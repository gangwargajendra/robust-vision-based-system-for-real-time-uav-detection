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6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1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jendra Gangwar" userId="8a6d9aaa6818d592" providerId="LiveId" clId="{27CD385F-66FE-450F-B646-718E06D650E9}"/>
    <pc:docChg chg="undo redo custSel modSld">
      <pc:chgData name="Gajendra Gangwar" userId="8a6d9aaa6818d592" providerId="LiveId" clId="{27CD385F-66FE-450F-B646-718E06D650E9}" dt="2026-04-28T18:21:59.554" v="1682" actId="6549"/>
      <pc:docMkLst>
        <pc:docMk/>
      </pc:docMkLst>
      <pc:sldChg chg="modSp mod">
        <pc:chgData name="Gajendra Gangwar" userId="8a6d9aaa6818d592" providerId="LiveId" clId="{27CD385F-66FE-450F-B646-718E06D650E9}" dt="2026-04-28T18:21:59.554" v="1682" actId="6549"/>
        <pc:sldMkLst>
          <pc:docMk/>
          <pc:sldMk cId="1001574755" sldId="257"/>
        </pc:sldMkLst>
        <pc:spChg chg="mod">
          <ac:chgData name="Gajendra Gangwar" userId="8a6d9aaa6818d592" providerId="LiveId" clId="{27CD385F-66FE-450F-B646-718E06D650E9}" dt="2026-04-28T18:21:59.554" v="1682" actId="6549"/>
          <ac:spMkLst>
            <pc:docMk/>
            <pc:sldMk cId="1001574755" sldId="257"/>
            <ac:spMk id="3" creationId="{4BB4E15D-7C0F-103D-C652-7FEDA4F33FA5}"/>
          </ac:spMkLst>
        </pc:spChg>
        <pc:spChg chg="mod">
          <ac:chgData name="Gajendra Gangwar" userId="8a6d9aaa6818d592" providerId="LiveId" clId="{27CD385F-66FE-450F-B646-718E06D650E9}" dt="2026-04-28T14:50:02.524" v="492" actId="20577"/>
          <ac:spMkLst>
            <pc:docMk/>
            <pc:sldMk cId="1001574755" sldId="257"/>
            <ac:spMk id="21" creationId="{8421A50B-6609-AFDD-689D-A5E713D8CB29}"/>
          </ac:spMkLst>
        </pc:spChg>
        <pc:spChg chg="mod">
          <ac:chgData name="Gajendra Gangwar" userId="8a6d9aaa6818d592" providerId="LiveId" clId="{27CD385F-66FE-450F-B646-718E06D650E9}" dt="2026-04-28T14:50:17.702" v="513" actId="20577"/>
          <ac:spMkLst>
            <pc:docMk/>
            <pc:sldMk cId="1001574755" sldId="257"/>
            <ac:spMk id="22" creationId="{194475B1-5A5E-903F-BD8E-AC754086CE63}"/>
          </ac:spMkLst>
        </pc:spChg>
        <pc:spChg chg="mod">
          <ac:chgData name="Gajendra Gangwar" userId="8a6d9aaa6818d592" providerId="LiveId" clId="{27CD385F-66FE-450F-B646-718E06D650E9}" dt="2026-04-28T14:50:09.821" v="509" actId="20577"/>
          <ac:spMkLst>
            <pc:docMk/>
            <pc:sldMk cId="1001574755" sldId="257"/>
            <ac:spMk id="23" creationId="{7F1BD94E-A008-DACA-4BEF-C9BA1D850E6A}"/>
          </ac:spMkLst>
        </pc:spChg>
        <pc:spChg chg="mod">
          <ac:chgData name="Gajendra Gangwar" userId="8a6d9aaa6818d592" providerId="LiveId" clId="{27CD385F-66FE-450F-B646-718E06D650E9}" dt="2026-04-28T14:49:50.444" v="466" actId="20577"/>
          <ac:spMkLst>
            <pc:docMk/>
            <pc:sldMk cId="1001574755" sldId="257"/>
            <ac:spMk id="26" creationId="{EA836EDB-ED8F-3296-E9A3-25FEA0F16EBC}"/>
          </ac:spMkLst>
        </pc:spChg>
      </pc:sldChg>
      <pc:sldChg chg="addSp modSp mod">
        <pc:chgData name="Gajendra Gangwar" userId="8a6d9aaa6818d592" providerId="LiveId" clId="{27CD385F-66FE-450F-B646-718E06D650E9}" dt="2026-04-28T17:47:17.342" v="1168" actId="207"/>
        <pc:sldMkLst>
          <pc:docMk/>
          <pc:sldMk cId="2670362206" sldId="260"/>
        </pc:sldMkLst>
        <pc:spChg chg="mod">
          <ac:chgData name="Gajendra Gangwar" userId="8a6d9aaa6818d592" providerId="LiveId" clId="{27CD385F-66FE-450F-B646-718E06D650E9}" dt="2026-04-28T14:50:33.528" v="537" actId="20577"/>
          <ac:spMkLst>
            <pc:docMk/>
            <pc:sldMk cId="2670362206" sldId="260"/>
            <ac:spMk id="3" creationId="{D3E8704A-657C-CB51-5040-578F1774B5B4}"/>
          </ac:spMkLst>
        </pc:spChg>
        <pc:spChg chg="mod">
          <ac:chgData name="Gajendra Gangwar" userId="8a6d9aaa6818d592" providerId="LiveId" clId="{27CD385F-66FE-450F-B646-718E06D650E9}" dt="2026-04-28T14:50:30.152" v="530" actId="20577"/>
          <ac:spMkLst>
            <pc:docMk/>
            <pc:sldMk cId="2670362206" sldId="260"/>
            <ac:spMk id="4" creationId="{F30A105E-2283-5602-29E5-DF866B3FADE1}"/>
          </ac:spMkLst>
        </pc:spChg>
        <pc:spChg chg="mod">
          <ac:chgData name="Gajendra Gangwar" userId="8a6d9aaa6818d592" providerId="LiveId" clId="{27CD385F-66FE-450F-B646-718E06D650E9}" dt="2026-04-28T14:50:43.446" v="568" actId="20577"/>
          <ac:spMkLst>
            <pc:docMk/>
            <pc:sldMk cId="2670362206" sldId="260"/>
            <ac:spMk id="5" creationId="{17EC6BC5-2167-2E0C-2EBA-28FD769A6C6C}"/>
          </ac:spMkLst>
        </pc:spChg>
        <pc:spChg chg="mod">
          <ac:chgData name="Gajendra Gangwar" userId="8a6d9aaa6818d592" providerId="LiveId" clId="{27CD385F-66FE-450F-B646-718E06D650E9}" dt="2026-04-28T14:49:18.270" v="436" actId="27636"/>
          <ac:spMkLst>
            <pc:docMk/>
            <pc:sldMk cId="2670362206" sldId="260"/>
            <ac:spMk id="12" creationId="{9014AF74-1ABF-BACD-0C3F-154679BAFB50}"/>
          </ac:spMkLst>
        </pc:spChg>
        <pc:graphicFrameChg chg="add mod modGraphic">
          <ac:chgData name="Gajendra Gangwar" userId="8a6d9aaa6818d592" providerId="LiveId" clId="{27CD385F-66FE-450F-B646-718E06D650E9}" dt="2026-04-28T17:47:06.534" v="1166" actId="207"/>
          <ac:graphicFrameMkLst>
            <pc:docMk/>
            <pc:sldMk cId="2670362206" sldId="260"/>
            <ac:graphicFrameMk id="9" creationId="{59B632A0-3831-F47B-D07B-C3345598103A}"/>
          </ac:graphicFrameMkLst>
        </pc:graphicFrameChg>
        <pc:graphicFrameChg chg="add mod modGraphic">
          <ac:chgData name="Gajendra Gangwar" userId="8a6d9aaa6818d592" providerId="LiveId" clId="{27CD385F-66FE-450F-B646-718E06D650E9}" dt="2026-04-28T17:47:17.342" v="1168" actId="207"/>
          <ac:graphicFrameMkLst>
            <pc:docMk/>
            <pc:sldMk cId="2670362206" sldId="260"/>
            <ac:graphicFrameMk id="10" creationId="{2730C92A-8BC2-A283-3D3D-F3AA8504E601}"/>
          </ac:graphicFrameMkLst>
        </pc:graphicFrameChg>
      </pc:sldChg>
      <pc:sldChg chg="addSp delSp modSp mod">
        <pc:chgData name="Gajendra Gangwar" userId="8a6d9aaa6818d592" providerId="LiveId" clId="{27CD385F-66FE-450F-B646-718E06D650E9}" dt="2026-04-28T18:16:52.126" v="1681" actId="1076"/>
        <pc:sldMkLst>
          <pc:docMk/>
          <pc:sldMk cId="4243342466" sldId="264"/>
        </pc:sldMkLst>
        <pc:spChg chg="mod">
          <ac:chgData name="Gajendra Gangwar" userId="8a6d9aaa6818d592" providerId="LiveId" clId="{27CD385F-66FE-450F-B646-718E06D650E9}" dt="2026-04-28T18:00:05.996" v="1289" actId="20577"/>
          <ac:spMkLst>
            <pc:docMk/>
            <pc:sldMk cId="4243342466" sldId="264"/>
            <ac:spMk id="3" creationId="{32090CDE-A58B-E16F-A46A-1976839F89E1}"/>
          </ac:spMkLst>
        </pc:spChg>
        <pc:spChg chg="mod">
          <ac:chgData name="Gajendra Gangwar" userId="8a6d9aaa6818d592" providerId="LiveId" clId="{27CD385F-66FE-450F-B646-718E06D650E9}" dt="2026-04-28T18:00:00.874" v="1281" actId="20577"/>
          <ac:spMkLst>
            <pc:docMk/>
            <pc:sldMk cId="4243342466" sldId="264"/>
            <ac:spMk id="4" creationId="{AB063C7F-3F5B-B978-63C2-9CF5E6412C59}"/>
          </ac:spMkLst>
        </pc:spChg>
        <pc:spChg chg="mod">
          <ac:chgData name="Gajendra Gangwar" userId="8a6d9aaa6818d592" providerId="LiveId" clId="{27CD385F-66FE-450F-B646-718E06D650E9}" dt="2026-04-28T18:00:16.433" v="1320" actId="20577"/>
          <ac:spMkLst>
            <pc:docMk/>
            <pc:sldMk cId="4243342466" sldId="264"/>
            <ac:spMk id="5" creationId="{FAE4836D-3588-F827-2BA9-CEE35B153A9C}"/>
          </ac:spMkLst>
        </pc:spChg>
        <pc:spChg chg="add mod">
          <ac:chgData name="Gajendra Gangwar" userId="8a6d9aaa6818d592" providerId="LiveId" clId="{27CD385F-66FE-450F-B646-718E06D650E9}" dt="2026-04-28T18:02:09" v="1356" actId="20577"/>
          <ac:spMkLst>
            <pc:docMk/>
            <pc:sldMk cId="4243342466" sldId="264"/>
            <ac:spMk id="11" creationId="{93A09447-72A2-9FFC-9D52-608BE5D0BD16}"/>
          </ac:spMkLst>
        </pc:spChg>
        <pc:spChg chg="mod">
          <ac:chgData name="Gajendra Gangwar" userId="8a6d9aaa6818d592" providerId="LiveId" clId="{27CD385F-66FE-450F-B646-718E06D650E9}" dt="2026-04-28T18:13:40.743" v="1615" actId="255"/>
          <ac:spMkLst>
            <pc:docMk/>
            <pc:sldMk cId="4243342466" sldId="264"/>
            <ac:spMk id="12" creationId="{5621886E-B3AF-1B89-B930-F2746655202B}"/>
          </ac:spMkLst>
        </pc:spChg>
        <pc:spChg chg="add mod">
          <ac:chgData name="Gajendra Gangwar" userId="8a6d9aaa6818d592" providerId="LiveId" clId="{27CD385F-66FE-450F-B646-718E06D650E9}" dt="2026-04-28T18:14:03.617" v="1620" actId="21"/>
          <ac:spMkLst>
            <pc:docMk/>
            <pc:sldMk cId="4243342466" sldId="264"/>
            <ac:spMk id="14" creationId="{F08D58BF-BE3D-C4E6-0FB7-695CE13AD43F}"/>
          </ac:spMkLst>
        </pc:spChg>
        <pc:spChg chg="add mod">
          <ac:chgData name="Gajendra Gangwar" userId="8a6d9aaa6818d592" providerId="LiveId" clId="{27CD385F-66FE-450F-B646-718E06D650E9}" dt="2026-04-28T15:16:34.928" v="972"/>
          <ac:spMkLst>
            <pc:docMk/>
            <pc:sldMk cId="4243342466" sldId="264"/>
            <ac:spMk id="17" creationId="{487F1521-9CE8-A0CB-770A-FE0192CCD406}"/>
          </ac:spMkLst>
        </pc:spChg>
        <pc:spChg chg="add del mod">
          <ac:chgData name="Gajendra Gangwar" userId="8a6d9aaa6818d592" providerId="LiveId" clId="{27CD385F-66FE-450F-B646-718E06D650E9}" dt="2026-04-28T17:52:44.050" v="1199"/>
          <ac:spMkLst>
            <pc:docMk/>
            <pc:sldMk cId="4243342466" sldId="264"/>
            <ac:spMk id="25" creationId="{917EB36A-FFE2-51ED-58A1-2B3C6490F221}"/>
          </ac:spMkLst>
        </pc:spChg>
        <pc:spChg chg="add mod">
          <ac:chgData name="Gajendra Gangwar" userId="8a6d9aaa6818d592" providerId="LiveId" clId="{27CD385F-66FE-450F-B646-718E06D650E9}" dt="2026-04-28T18:16:24.566" v="1679" actId="1076"/>
          <ac:spMkLst>
            <pc:docMk/>
            <pc:sldMk cId="4243342466" sldId="264"/>
            <ac:spMk id="27" creationId="{485F97B9-BCEF-CCF1-1646-D3F4D044E56E}"/>
          </ac:spMkLst>
        </pc:spChg>
        <pc:grpChg chg="mod">
          <ac:chgData name="Gajendra Gangwar" userId="8a6d9aaa6818d592" providerId="LiveId" clId="{27CD385F-66FE-450F-B646-718E06D650E9}" dt="2026-04-28T18:13:30.437" v="1613" actId="1076"/>
          <ac:grpSpMkLst>
            <pc:docMk/>
            <pc:sldMk cId="4243342466" sldId="264"/>
            <ac:grpSpMk id="6" creationId="{ABD31F17-3A7D-4332-FF96-CD031DA0293F}"/>
          </ac:grpSpMkLst>
        </pc:grpChg>
        <pc:graphicFrameChg chg="add mod modGraphic">
          <ac:chgData name="Gajendra Gangwar" userId="8a6d9aaa6818d592" providerId="LiveId" clId="{27CD385F-66FE-450F-B646-718E06D650E9}" dt="2026-04-28T14:59:23.248" v="679" actId="1076"/>
          <ac:graphicFrameMkLst>
            <pc:docMk/>
            <pc:sldMk cId="4243342466" sldId="264"/>
            <ac:graphicFrameMk id="9" creationId="{000ACC94-8D93-B496-5764-FE5279B682B5}"/>
          </ac:graphicFrameMkLst>
        </pc:graphicFrameChg>
        <pc:graphicFrameChg chg="add del mod modGraphic">
          <ac:chgData name="Gajendra Gangwar" userId="8a6d9aaa6818d592" providerId="LiveId" clId="{27CD385F-66FE-450F-B646-718E06D650E9}" dt="2026-04-28T15:15:49.758" v="957" actId="478"/>
          <ac:graphicFrameMkLst>
            <pc:docMk/>
            <pc:sldMk cId="4243342466" sldId="264"/>
            <ac:graphicFrameMk id="15" creationId="{C822E1CB-A9C4-722C-7F1E-A737804751B2}"/>
          </ac:graphicFrameMkLst>
        </pc:graphicFrameChg>
        <pc:graphicFrameChg chg="add mod">
          <ac:chgData name="Gajendra Gangwar" userId="8a6d9aaa6818d592" providerId="LiveId" clId="{27CD385F-66FE-450F-B646-718E06D650E9}" dt="2026-04-28T15:16:33.734" v="970" actId="1076"/>
          <ac:graphicFrameMkLst>
            <pc:docMk/>
            <pc:sldMk cId="4243342466" sldId="264"/>
            <ac:graphicFrameMk id="16" creationId="{B57618BE-B574-0A22-5A58-01C27C75E1D2}"/>
          </ac:graphicFrameMkLst>
        </pc:graphicFrameChg>
        <pc:graphicFrameChg chg="add del mod modGraphic">
          <ac:chgData name="Gajendra Gangwar" userId="8a6d9aaa6818d592" providerId="LiveId" clId="{27CD385F-66FE-450F-B646-718E06D650E9}" dt="2026-04-28T15:17:46.481" v="990" actId="478"/>
          <ac:graphicFrameMkLst>
            <pc:docMk/>
            <pc:sldMk cId="4243342466" sldId="264"/>
            <ac:graphicFrameMk id="18" creationId="{3FEAB316-0D15-84D0-6A9D-2F3E994B1699}"/>
          </ac:graphicFrameMkLst>
        </pc:graphicFrameChg>
        <pc:graphicFrameChg chg="add del mod modGraphic">
          <ac:chgData name="Gajendra Gangwar" userId="8a6d9aaa6818d592" providerId="LiveId" clId="{27CD385F-66FE-450F-B646-718E06D650E9}" dt="2026-04-28T15:21:23.099" v="1003" actId="478"/>
          <ac:graphicFrameMkLst>
            <pc:docMk/>
            <pc:sldMk cId="4243342466" sldId="264"/>
            <ac:graphicFrameMk id="19" creationId="{F573DCCC-CB3A-6C9B-B0E3-3449739EA6F6}"/>
          </ac:graphicFrameMkLst>
        </pc:graphicFrameChg>
        <pc:graphicFrameChg chg="add del mod modGraphic">
          <ac:chgData name="Gajendra Gangwar" userId="8a6d9aaa6818d592" providerId="LiveId" clId="{27CD385F-66FE-450F-B646-718E06D650E9}" dt="2026-04-28T15:23:37.958" v="1048" actId="478"/>
          <ac:graphicFrameMkLst>
            <pc:docMk/>
            <pc:sldMk cId="4243342466" sldId="264"/>
            <ac:graphicFrameMk id="20" creationId="{C73C360C-1B83-28E4-2C33-74E97066A59D}"/>
          </ac:graphicFrameMkLst>
        </pc:graphicFrameChg>
        <pc:graphicFrameChg chg="add mod modGraphic">
          <ac:chgData name="Gajendra Gangwar" userId="8a6d9aaa6818d592" providerId="LiveId" clId="{27CD385F-66FE-450F-B646-718E06D650E9}" dt="2026-04-28T18:13:54.135" v="1617" actId="1076"/>
          <ac:graphicFrameMkLst>
            <pc:docMk/>
            <pc:sldMk cId="4243342466" sldId="264"/>
            <ac:graphicFrameMk id="21" creationId="{13DB3689-E25C-5C0D-B5D9-20AC87B25CD7}"/>
          </ac:graphicFrameMkLst>
        </pc:graphicFrameChg>
        <pc:graphicFrameChg chg="add mod modGraphic">
          <ac:chgData name="Gajendra Gangwar" userId="8a6d9aaa6818d592" providerId="LiveId" clId="{27CD385F-66FE-450F-B646-718E06D650E9}" dt="2026-04-28T18:16:49.289" v="1680" actId="1076"/>
          <ac:graphicFrameMkLst>
            <pc:docMk/>
            <pc:sldMk cId="4243342466" sldId="264"/>
            <ac:graphicFrameMk id="22" creationId="{EB736EA8-182F-E95A-74A4-C25441E1D61B}"/>
          </ac:graphicFrameMkLst>
        </pc:graphicFrameChg>
        <pc:graphicFrameChg chg="add mod modGraphic">
          <ac:chgData name="Gajendra Gangwar" userId="8a6d9aaa6818d592" providerId="LiveId" clId="{27CD385F-66FE-450F-B646-718E06D650E9}" dt="2026-04-28T18:16:52.126" v="1681" actId="1076"/>
          <ac:graphicFrameMkLst>
            <pc:docMk/>
            <pc:sldMk cId="4243342466" sldId="264"/>
            <ac:graphicFrameMk id="23" creationId="{C07A271B-906B-8634-475C-373BD51D2D8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9F691-A225-450C-BD8C-7FCF826521BF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23FA1-4510-41DD-9631-7B540903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00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836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442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1542-9B70-BC2B-9F08-140B74A80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FF4D2-6C80-A2CC-EAED-B3641FDAE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753C5-02B9-7A15-D8E5-BE6B6885B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77CC0-21EA-AF6F-1F6D-58296E6BC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73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6790-5258-C145-D078-37EE5CC52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020DC-7466-A932-B5FA-02504A6C5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45FF-9210-F2C1-2448-37141AFD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663A9-C6FB-8B24-3018-AE57F9471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94637-0C6A-4C97-5C22-A059280B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84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23063-87C4-8E7E-EDE2-88DE01BCE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BFDB1-38E2-468C-0A73-6059269AB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E457A-72C0-32BE-2FD3-E16E91E6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C26AB-B608-AFAC-CCC2-D8B214815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95575-427B-7133-65D0-702AB3620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59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EB22-96B6-81F7-6D6F-487FB59B8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1C2EC-FA6A-2D32-4DF2-F6DCCFBBB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5FA3-C4A6-C2D4-A9AC-86525023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5C888-DF0E-D9CA-7264-6175C90B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EE776-0052-6FD7-B61F-AA2FE035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79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C8AA-9EB5-191E-7541-991C2302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FCB25-E3DE-6052-09A8-C8CAFAF13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B8FC9-6F15-38F0-8007-37DB8CEC7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EF501-287E-8F1C-53BA-8B1500C6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8696C-51B6-C08E-EEC1-D7C7A555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9DC0C-BBD7-BFAA-B152-28674868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25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21B5-79D2-7B2C-C791-FC9EB7A53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9014B-FC33-EAB4-4576-3526FA455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C5677-1842-69A9-D4B5-D4A0FFB6D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C29F86-DE07-2ED6-657E-8259CA248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E6AFB-0038-3F21-DDAB-EE8E4BC457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966D04-368B-E3A4-2DC9-79A354C47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AC324-72A1-38EF-DC80-0D553F9D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A3A865-3F86-DD39-018C-22B620F0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39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F2E9-AD77-E82D-BE8E-6634C013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F0B881-A83D-ADE6-2B07-8AB04215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330C8-78D8-7CAD-06FD-26630EA47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0A805-3384-5B28-461D-F07758DD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54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AC3F3-EA2B-7051-58C8-A702D0A4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31288-FDFD-FA96-A76B-F0E478B81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2917A-9840-75D8-7279-06449730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91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89FA-7377-BD9D-19DC-0265D425A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4E79A-3B40-0511-5F1F-28FB7BB9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37721-91D2-F6A3-D38C-4BDC0884E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E24A1-2BEA-95E8-3ED6-B97400EA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6BA76-77D4-E443-6831-96FB42667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EB9D8-7E45-7003-282C-CE99BD73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37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5A76-A7A8-FBC7-C740-34FB701B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70D87-E5F9-27A6-DE67-1DF33FCD6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803AF-B348-1A9A-3A95-2560FFB91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79B81-9429-0ACC-35BB-ECE333BE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DAE19-1CE7-EFC7-0531-5C9594562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61CEE-0982-830E-2150-28928DED4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840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78F4-F53F-B78F-AC2F-8B513D826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CCAC2-7892-EB75-8B95-74E62A6C2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F6B09-E76A-84D6-92D8-F5DA5A8F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54480-0DA9-C12C-ABE6-9334E9C9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0ED4C-2F5B-B52A-9B44-D5948E7C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57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99C509-7E72-525B-CFD7-E9B843EC8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230E8-FC19-32D5-50D5-94D4BB305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C01C7-6E3C-506A-1F03-86833DE1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0F01C-A5AF-EAD1-C23E-40F4A6A9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062DB-14AB-3DFE-A728-D5CA2123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87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C1BE1-9A9E-F8E4-25ED-A4E65918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8A641-BDA0-5476-5D78-A47CB40B6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A3A7E-CA78-393E-4CBB-2FC1984B8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9FD05-0299-461C-8121-9386E0C8B94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08830-DD7D-8DF0-C90F-DB7D4340D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D0242-EABB-C512-2E6A-711E665CE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06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4E15D-7C0F-103D-C652-7FEDA4F33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262107"/>
            <a:ext cx="11468100" cy="4859294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latin typeface="Calibri (Body)"/>
              </a:rPr>
              <a:t>Introduction</a:t>
            </a:r>
            <a:r>
              <a:rPr lang="en-IN" dirty="0">
                <a:latin typeface="Calibri (Body)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UAVs (drones) are widely used in surveillance, delivery, mapping and disaster monitoring, but their misuse near airports, defense areas and public events is a growing security threat.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This project aims to build a reliable visual UAV detector that works on </a:t>
            </a:r>
            <a:r>
              <a:rPr lang="en-US" b="1" dirty="0"/>
              <a:t>small, distant drones</a:t>
            </a:r>
            <a:r>
              <a:rPr lang="en-US" dirty="0"/>
              <a:t> across </a:t>
            </a:r>
            <a:r>
              <a:rPr lang="en-US" b="1" dirty="0"/>
              <a:t>different backgrounds</a:t>
            </a:r>
            <a:r>
              <a:rPr lang="en-US" dirty="0"/>
              <a:t> (open sky, urban, forest).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work builds on an existing pipeline (YOLOv9 + EfficientNet-B3) and aims to improve it using a more recent, lighter single-stage detector.</a:t>
            </a:r>
            <a:endParaRPr lang="en-IN" dirty="0">
              <a:latin typeface="Calibri (Body)"/>
            </a:endParaRPr>
          </a:p>
          <a:p>
            <a:r>
              <a:rPr lang="en-IN" b="1" dirty="0">
                <a:latin typeface="Calibri (Body)"/>
              </a:rPr>
              <a:t>Motivation</a:t>
            </a:r>
            <a:r>
              <a:rPr lang="en-IN" dirty="0">
                <a:latin typeface="Calibri (Body)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Security agencies need a system that can </a:t>
            </a:r>
            <a:r>
              <a:rPr lang="en-US" b="1" dirty="0"/>
              <a:t>quickly and accurately identify UAVs</a:t>
            </a:r>
            <a:r>
              <a:rPr lang="en-US" dirty="0"/>
              <a:t> to enable timely action against potential threats.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Drones are hard to detect because they often appear as </a:t>
            </a:r>
            <a:r>
              <a:rPr lang="en-US" b="1" dirty="0"/>
              <a:t>just a few pixels</a:t>
            </a:r>
            <a:r>
              <a:rPr lang="en-US" dirty="0"/>
              <a:t> in the image and can look similar to birds or kites.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 </a:t>
            </a:r>
            <a:r>
              <a:rPr lang="en-US" b="1" dirty="0"/>
              <a:t>lighter, single-stage detector</a:t>
            </a:r>
            <a:r>
              <a:rPr lang="en-US" dirty="0"/>
              <a:t> is preferred over a heavier two-stage pipeline for faster inference and future edge deployment.</a:t>
            </a:r>
            <a:endParaRPr lang="en-IN" dirty="0">
              <a:latin typeface="Calibri (Body)"/>
            </a:endParaRPr>
          </a:p>
          <a:p>
            <a:pPr marL="0" indent="0">
              <a:buNone/>
            </a:pPr>
            <a:endParaRPr lang="en-IN" dirty="0">
              <a:latin typeface="Calibri (Body)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9C1118-8D58-9DA5-DCEF-3613F05119D1}"/>
              </a:ext>
            </a:extLst>
          </p:cNvPr>
          <p:cNvGrpSpPr/>
          <p:nvPr/>
        </p:nvGrpSpPr>
        <p:grpSpPr>
          <a:xfrm>
            <a:off x="0" y="6480699"/>
            <a:ext cx="12192000" cy="377301"/>
            <a:chOff x="0" y="6261100"/>
            <a:chExt cx="12192000" cy="596900"/>
          </a:xfrm>
        </p:grpSpPr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8421A50B-6609-AFDD-689D-A5E713D8CB29}"/>
                </a:ext>
              </a:extLst>
            </p:cNvPr>
            <p:cNvSpPr txBox="1">
              <a:spLocks/>
            </p:cNvSpPr>
            <p:nvPr/>
          </p:nvSpPr>
          <p:spPr>
            <a:xfrm>
              <a:off x="3286125" y="6261100"/>
              <a:ext cx="3663315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2301081</a:t>
              </a:r>
            </a:p>
          </p:txBody>
        </p:sp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194475B1-5A5E-903F-BD8E-AC754086CE6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6261100"/>
              <a:ext cx="3286125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>
                  <a:latin typeface="+mn-lt"/>
                </a:rPr>
                <a:t>Name: Gajendra Gangwar</a:t>
              </a:r>
            </a:p>
          </p:txBody>
        </p:sp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7F1BD94E-A008-DACA-4BEF-C9BA1D850E6A}"/>
                </a:ext>
              </a:extLst>
            </p:cNvPr>
            <p:cNvSpPr txBox="1">
              <a:spLocks/>
            </p:cNvSpPr>
            <p:nvPr/>
          </p:nvSpPr>
          <p:spPr>
            <a:xfrm>
              <a:off x="6949440" y="6261100"/>
              <a:ext cx="5242560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Supervisor: Dr. Rakesh Matam</a:t>
              </a:r>
            </a:p>
          </p:txBody>
        </p:sp>
      </p:grpSp>
      <p:sp>
        <p:nvSpPr>
          <p:cNvPr id="26" name="Title 1">
            <a:extLst>
              <a:ext uri="{FF2B5EF4-FFF2-40B4-BE49-F238E27FC236}">
                <a16:creationId xmlns:a16="http://schemas.microsoft.com/office/drawing/2014/main" id="{EA836EDB-ED8F-3296-E9A3-25FEA0F16EBC}"/>
              </a:ext>
            </a:extLst>
          </p:cNvPr>
          <p:cNvSpPr txBox="1">
            <a:spLocks/>
          </p:cNvSpPr>
          <p:nvPr/>
        </p:nvSpPr>
        <p:spPr>
          <a:xfrm>
            <a:off x="0" y="-4116"/>
            <a:ext cx="12192000" cy="111764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1"/>
                </a:solidFill>
              </a:rPr>
              <a:t>Project title: Drone Detection using YOLO11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4143F702-3024-9C8E-72C2-2C3DF86EF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8" r="30286"/>
          <a:stretch>
            <a:fillRect/>
          </a:stretch>
        </p:blipFill>
        <p:spPr>
          <a:xfrm>
            <a:off x="11064145" y="-8877"/>
            <a:ext cx="1127848" cy="112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7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8C635D8-8C28-BD2F-1F1E-E2E48CB6EE77}"/>
              </a:ext>
            </a:extLst>
          </p:cNvPr>
          <p:cNvGrpSpPr/>
          <p:nvPr/>
        </p:nvGrpSpPr>
        <p:grpSpPr>
          <a:xfrm>
            <a:off x="0" y="-8877"/>
            <a:ext cx="12192000" cy="1128532"/>
            <a:chOff x="0" y="1"/>
            <a:chExt cx="12192000" cy="1128532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9D0A2EE0-154E-E948-B676-9A0EC519C2E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4762"/>
              <a:ext cx="12192000" cy="11176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dirty="0"/>
                <a:t>Existing work / Literature review:</a:t>
              </a:r>
            </a:p>
          </p:txBody>
        </p:sp>
        <p:pic>
          <p:nvPicPr>
            <p:cNvPr id="8" name="Picture 7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0CA020E2-B0BE-DCB2-B3B3-3798AA429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58" r="30286"/>
            <a:stretch>
              <a:fillRect/>
            </a:stretch>
          </p:blipFill>
          <p:spPr>
            <a:xfrm>
              <a:off x="11064145" y="1"/>
              <a:ext cx="1127848" cy="1128532"/>
            </a:xfrm>
            <a:prstGeom prst="rect">
              <a:avLst/>
            </a:prstGeom>
          </p:spPr>
        </p:pic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014AF74-1ABF-BACD-0C3F-154679BAF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262107"/>
            <a:ext cx="11468100" cy="485929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• Existing work:</a:t>
            </a:r>
          </a:p>
          <a:p>
            <a:pPr lvl="1"/>
            <a:r>
              <a:rPr lang="en-US" dirty="0"/>
              <a:t>The existing in-house pipeline used </a:t>
            </a:r>
            <a:r>
              <a:rPr lang="en-US" b="1" dirty="0"/>
              <a:t>YOLOv9</a:t>
            </a:r>
            <a:r>
              <a:rPr lang="en-US" dirty="0"/>
              <a:t> to detect drone regions and </a:t>
            </a:r>
            <a:r>
              <a:rPr lang="en-US" b="1" dirty="0"/>
              <a:t>EfficientNet-B3</a:t>
            </a:r>
            <a:r>
              <a:rPr lang="en-US" dirty="0"/>
              <a:t> to re-classify the detections, reducing false positives.</a:t>
            </a:r>
          </a:p>
          <a:p>
            <a:pPr lvl="1"/>
            <a:r>
              <a:rPr lang="en-US" dirty="0"/>
              <a:t>The model was trained for </a:t>
            </a:r>
            <a:r>
              <a:rPr lang="en-US" b="1" dirty="0"/>
              <a:t>20 epochs</a:t>
            </a:r>
            <a:r>
              <a:rPr lang="en-US" dirty="0"/>
              <a:t> on the same drone/non-drone dataset used in this project.</a:t>
            </a:r>
          </a:p>
          <a:p>
            <a:pPr marL="0" indent="0">
              <a:buNone/>
            </a:pPr>
            <a:r>
              <a:rPr lang="en-US" b="1" dirty="0"/>
              <a:t>• Performance of the existing model:</a:t>
            </a:r>
          </a:p>
          <a:p>
            <a:pPr marL="457200" lvl="1" indent="0">
              <a:buNone/>
            </a:pPr>
            <a:r>
              <a:rPr lang="en-US" b="1" dirty="0"/>
              <a:t>Environment-wise confidence scores:</a:t>
            </a:r>
            <a:r>
              <a:rPr lang="en-US" dirty="0"/>
              <a:t>                  </a:t>
            </a:r>
            <a:r>
              <a:rPr lang="en-US" b="1" dirty="0"/>
              <a:t>Distance-wise confidence scores:</a:t>
            </a:r>
            <a:r>
              <a:rPr lang="en-US" dirty="0"/>
              <a:t> 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• Gaps in the existing work:</a:t>
            </a:r>
          </a:p>
          <a:p>
            <a:pPr lvl="1"/>
            <a:r>
              <a:rPr lang="en-US" dirty="0"/>
              <a:t>Accuracy </a:t>
            </a:r>
            <a:r>
              <a:rPr lang="en-US" b="1" dirty="0"/>
              <a:t>drops sharply on very-far / tiny drones</a:t>
            </a:r>
            <a:r>
              <a:rPr lang="en-US" dirty="0"/>
              <a:t> (confidence as low as 0.70).</a:t>
            </a:r>
          </a:p>
          <a:p>
            <a:pPr lvl="1"/>
            <a:r>
              <a:rPr lang="en-US" dirty="0"/>
              <a:t>Performance </a:t>
            </a:r>
            <a:r>
              <a:rPr lang="en-US" b="1" dirty="0"/>
              <a:t>degrades in cluttered backgrounds</a:t>
            </a:r>
            <a:r>
              <a:rPr lang="en-US" dirty="0"/>
              <a:t> (forests, urban) with confidence only 0.70–0.80.</a:t>
            </a:r>
          </a:p>
          <a:p>
            <a:pPr marL="0" indent="0">
              <a:buNone/>
            </a:pPr>
            <a:endParaRPr lang="en-IN" dirty="0">
              <a:latin typeface="Calibri (Body)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1E8370-1E87-22A3-3D16-7B650A51FA02}"/>
              </a:ext>
            </a:extLst>
          </p:cNvPr>
          <p:cNvGrpSpPr/>
          <p:nvPr/>
        </p:nvGrpSpPr>
        <p:grpSpPr>
          <a:xfrm>
            <a:off x="1" y="6480699"/>
            <a:ext cx="12191999" cy="377301"/>
            <a:chOff x="1" y="6261100"/>
            <a:chExt cx="12191999" cy="596900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D3E8704A-657C-CB51-5040-578F1774B5B4}"/>
                </a:ext>
              </a:extLst>
            </p:cNvPr>
            <p:cNvSpPr txBox="1">
              <a:spLocks/>
            </p:cNvSpPr>
            <p:nvPr/>
          </p:nvSpPr>
          <p:spPr>
            <a:xfrm>
              <a:off x="2212849" y="6261100"/>
              <a:ext cx="4736591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2301081</a:t>
              </a:r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F30A105E-2283-5602-29E5-DF866B3FADE1}"/>
                </a:ext>
              </a:extLst>
            </p:cNvPr>
            <p:cNvSpPr txBox="1">
              <a:spLocks/>
            </p:cNvSpPr>
            <p:nvPr/>
          </p:nvSpPr>
          <p:spPr>
            <a:xfrm>
              <a:off x="1" y="6261100"/>
              <a:ext cx="2212848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>
                  <a:latin typeface="+mn-lt"/>
                </a:rPr>
                <a:t>Name: Gajendra Gangwar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17EC6BC5-2167-2E0C-2EBA-28FD769A6C6C}"/>
                </a:ext>
              </a:extLst>
            </p:cNvPr>
            <p:cNvSpPr txBox="1">
              <a:spLocks/>
            </p:cNvSpPr>
            <p:nvPr/>
          </p:nvSpPr>
          <p:spPr>
            <a:xfrm>
              <a:off x="4864608" y="6261100"/>
              <a:ext cx="7327392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Project Title: Drone Detection using YOLO11</a:t>
              </a: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B632A0-3831-F47B-D07B-C33455981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632219"/>
              </p:ext>
            </p:extLst>
          </p:nvPr>
        </p:nvGraphicFramePr>
        <p:xfrm>
          <a:off x="5968721" y="3421115"/>
          <a:ext cx="4149970" cy="136441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074985">
                  <a:extLst>
                    <a:ext uri="{9D8B030D-6E8A-4147-A177-3AD203B41FA5}">
                      <a16:colId xmlns:a16="http://schemas.microsoft.com/office/drawing/2014/main" val="1013176344"/>
                    </a:ext>
                  </a:extLst>
                </a:gridCol>
                <a:gridCol w="2074985">
                  <a:extLst>
                    <a:ext uri="{9D8B030D-6E8A-4147-A177-3AD203B41FA5}">
                      <a16:colId xmlns:a16="http://schemas.microsoft.com/office/drawing/2014/main" val="2265451095"/>
                    </a:ext>
                  </a:extLst>
                </a:gridCol>
              </a:tblGrid>
              <a:tr h="3660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Distance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Confidence Score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118448"/>
                  </a:ext>
                </a:extLst>
              </a:tr>
              <a:tr h="3327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Close-range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0.93 – 1.00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132199564"/>
                  </a:ext>
                </a:extLst>
              </a:tr>
              <a:tr h="3327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Mid-range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0.90 – 0.96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136536272"/>
                  </a:ext>
                </a:extLst>
              </a:tr>
              <a:tr h="3327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Long-range (very far)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0.70 – 0.78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40887338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730C92A-8BC2-A283-3D3D-F3AA8504E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319612"/>
              </p:ext>
            </p:extLst>
          </p:nvPr>
        </p:nvGraphicFramePr>
        <p:xfrm>
          <a:off x="1106425" y="3421116"/>
          <a:ext cx="4149970" cy="136441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074985">
                  <a:extLst>
                    <a:ext uri="{9D8B030D-6E8A-4147-A177-3AD203B41FA5}">
                      <a16:colId xmlns:a16="http://schemas.microsoft.com/office/drawing/2014/main" val="267109138"/>
                    </a:ext>
                  </a:extLst>
                </a:gridCol>
                <a:gridCol w="2074985">
                  <a:extLst>
                    <a:ext uri="{9D8B030D-6E8A-4147-A177-3AD203B41FA5}">
                      <a16:colId xmlns:a16="http://schemas.microsoft.com/office/drawing/2014/main" val="501285165"/>
                    </a:ext>
                  </a:extLst>
                </a:gridCol>
              </a:tblGrid>
              <a:tr h="360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Environment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Confidence Score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066703"/>
                  </a:ext>
                </a:extLst>
              </a:tr>
              <a:tr h="3347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Bright / Clear sky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~1.00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953883237"/>
                  </a:ext>
                </a:extLst>
              </a:tr>
              <a:tr h="3347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Night / Low-light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0.85 – 0.98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885079541"/>
                  </a:ext>
                </a:extLst>
              </a:tr>
              <a:tr h="3347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Cluttered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0.70 – 0.80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96348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36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86EA4-504E-4B44-A0FA-89B818D6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BD31F17-3A7D-4332-FF96-CD031DA0293F}"/>
              </a:ext>
            </a:extLst>
          </p:cNvPr>
          <p:cNvGrpSpPr/>
          <p:nvPr/>
        </p:nvGrpSpPr>
        <p:grpSpPr>
          <a:xfrm>
            <a:off x="-20096" y="-8877"/>
            <a:ext cx="12192000" cy="1128532"/>
            <a:chOff x="0" y="1"/>
            <a:chExt cx="12192000" cy="1128532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48CE9F7E-6FC5-8134-76B2-E703B2F75801}"/>
                </a:ext>
              </a:extLst>
            </p:cNvPr>
            <p:cNvSpPr txBox="1">
              <a:spLocks/>
            </p:cNvSpPr>
            <p:nvPr/>
          </p:nvSpPr>
          <p:spPr>
            <a:xfrm>
              <a:off x="0" y="4762"/>
              <a:ext cx="12192000" cy="11176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dirty="0"/>
                <a:t>Work Done till date:</a:t>
              </a:r>
            </a:p>
          </p:txBody>
        </p:sp>
        <p:pic>
          <p:nvPicPr>
            <p:cNvPr id="8" name="Picture 7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071D131A-A591-2D82-7001-4C9AE11B9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58" r="30286"/>
            <a:stretch>
              <a:fillRect/>
            </a:stretch>
          </p:blipFill>
          <p:spPr>
            <a:xfrm>
              <a:off x="11064145" y="1"/>
              <a:ext cx="1127848" cy="1128532"/>
            </a:xfrm>
            <a:prstGeom prst="rect">
              <a:avLst/>
            </a:prstGeom>
          </p:spPr>
        </p:pic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621886E-B3AF-1B89-B930-F27466552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165054"/>
            <a:ext cx="11311513" cy="16758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00" b="1" dirty="0"/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approach:</a:t>
            </a:r>
          </a:p>
          <a:p>
            <a:pPr lvl="1"/>
            <a:r>
              <a:rPr lang="en-US" sz="1300" dirty="0"/>
              <a:t>YOLO11-nano (~2.6M parameters) was selected for its dedicated </a:t>
            </a:r>
            <a:r>
              <a:rPr lang="en-US" sz="1300" b="1" dirty="0"/>
              <a:t>C2PSA attention block</a:t>
            </a:r>
            <a:r>
              <a:rPr lang="en-US" sz="1300" dirty="0"/>
              <a:t> for small-target detection, an </a:t>
            </a:r>
            <a:r>
              <a:rPr lang="en-US" sz="1300" b="1" dirty="0"/>
              <a:t>anchor-free head with DFL loss</a:t>
            </a:r>
            <a:r>
              <a:rPr lang="en-US" sz="1300" dirty="0"/>
              <a:t> for tighter box </a:t>
            </a:r>
            <a:r>
              <a:rPr lang="en-US" sz="1300" dirty="0" err="1"/>
              <a:t>localisation</a:t>
            </a:r>
            <a:r>
              <a:rPr lang="en-US" sz="1300" dirty="0"/>
              <a:t>. It was trained for </a:t>
            </a:r>
            <a:r>
              <a:rPr lang="en-US" sz="1300" b="1" dirty="0"/>
              <a:t>500 epochs</a:t>
            </a:r>
            <a:r>
              <a:rPr lang="en-US" sz="1300" dirty="0"/>
              <a:t> on the drone dataset.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 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custom validation splits 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detailed evaluation:</a:t>
            </a:r>
          </a:p>
          <a:p>
            <a:pPr lvl="2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Distance-wise: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Close / Mid / Long / Multi-range.</a:t>
            </a:r>
          </a:p>
          <a:p>
            <a:pPr lvl="2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Environment-wise: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Bright clear / Cluttered / Low-light.</a:t>
            </a:r>
          </a:p>
          <a:p>
            <a:pPr lvl="1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hyperparameters: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320×320, batch 2,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optimiser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patience 30 epochs.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62E042-32F2-FA18-2746-0AFB933EE614}"/>
              </a:ext>
            </a:extLst>
          </p:cNvPr>
          <p:cNvGrpSpPr/>
          <p:nvPr/>
        </p:nvGrpSpPr>
        <p:grpSpPr>
          <a:xfrm>
            <a:off x="0" y="6480699"/>
            <a:ext cx="12192000" cy="377301"/>
            <a:chOff x="0" y="6261100"/>
            <a:chExt cx="12192000" cy="596900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32090CDE-A58B-E16F-A46A-1976839F89E1}"/>
                </a:ext>
              </a:extLst>
            </p:cNvPr>
            <p:cNvSpPr txBox="1">
              <a:spLocks/>
            </p:cNvSpPr>
            <p:nvPr/>
          </p:nvSpPr>
          <p:spPr>
            <a:xfrm>
              <a:off x="3200399" y="6261100"/>
              <a:ext cx="3084959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 2301081</a:t>
              </a:r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AB063C7F-3F5B-B978-63C2-9CF5E6412C5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6261100"/>
              <a:ext cx="3200399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>
                  <a:latin typeface="+mn-lt"/>
                </a:rPr>
                <a:t>Name: Gajendra Gangwar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FAE4836D-3588-F827-2BA9-CEE35B153A9C}"/>
                </a:ext>
              </a:extLst>
            </p:cNvPr>
            <p:cNvSpPr txBox="1">
              <a:spLocks/>
            </p:cNvSpPr>
            <p:nvPr/>
          </p:nvSpPr>
          <p:spPr>
            <a:xfrm>
              <a:off x="6285358" y="6261100"/>
              <a:ext cx="5906642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Project Title: Drone Detection using YOLO11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3A09447-72A2-9FFC-9D52-608BE5D0BD16}"/>
              </a:ext>
            </a:extLst>
          </p:cNvPr>
          <p:cNvSpPr txBox="1"/>
          <p:nvPr/>
        </p:nvSpPr>
        <p:spPr>
          <a:xfrm>
            <a:off x="6114916" y="2858342"/>
            <a:ext cx="624752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Results: </a:t>
            </a:r>
          </a:p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Distance-wise results: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Environment-wise results: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8D58BF-BE3D-C4E6-0FB7-695CE13AD43F}"/>
              </a:ext>
            </a:extLst>
          </p:cNvPr>
          <p:cNvSpPr txBox="1"/>
          <p:nvPr/>
        </p:nvSpPr>
        <p:spPr>
          <a:xfrm>
            <a:off x="495299" y="2855404"/>
            <a:ext cx="5292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Results — overall comparison with existing model: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3DB3689-E25C-5C0D-B5D9-20AC87B25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453012"/>
              </p:ext>
            </p:extLst>
          </p:nvPr>
        </p:nvGraphicFramePr>
        <p:xfrm>
          <a:off x="770582" y="3224736"/>
          <a:ext cx="4947788" cy="23164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340618">
                  <a:extLst>
                    <a:ext uri="{9D8B030D-6E8A-4147-A177-3AD203B41FA5}">
                      <a16:colId xmlns:a16="http://schemas.microsoft.com/office/drawing/2014/main" val="1830022845"/>
                    </a:ext>
                  </a:extLst>
                </a:gridCol>
                <a:gridCol w="1677961">
                  <a:extLst>
                    <a:ext uri="{9D8B030D-6E8A-4147-A177-3AD203B41FA5}">
                      <a16:colId xmlns:a16="http://schemas.microsoft.com/office/drawing/2014/main" val="2032388358"/>
                    </a:ext>
                  </a:extLst>
                </a:gridCol>
                <a:gridCol w="1929209">
                  <a:extLst>
                    <a:ext uri="{9D8B030D-6E8A-4147-A177-3AD203B41FA5}">
                      <a16:colId xmlns:a16="http://schemas.microsoft.com/office/drawing/2014/main" val="42095568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YOLOv9 + EffNet-B3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YOLO11-nano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101234"/>
                  </a:ext>
                </a:extLst>
              </a:tr>
              <a:tr h="157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0.9383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0.9622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333783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0.8953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0.8662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803021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mAP@50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0.9307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0.9305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946190067"/>
                  </a:ext>
                </a:extLst>
              </a:tr>
              <a:tr h="168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mAP@50–95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0.6214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0.6727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759287994"/>
                  </a:ext>
                </a:extLst>
              </a:tr>
              <a:tr h="2801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Box loss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0.9760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0.7614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4107655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Cls loss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0.6431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0.3774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827898147"/>
                  </a:ext>
                </a:extLst>
              </a:tr>
              <a:tr h="2801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DFL loss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1.2123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0.8826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422400596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B736EA8-182F-E95A-74A4-C25441E1D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258499"/>
              </p:ext>
            </p:extLst>
          </p:nvPr>
        </p:nvGraphicFramePr>
        <p:xfrm>
          <a:off x="6659398" y="3463062"/>
          <a:ext cx="4762019" cy="14478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218512">
                  <a:extLst>
                    <a:ext uri="{9D8B030D-6E8A-4147-A177-3AD203B41FA5}">
                      <a16:colId xmlns:a16="http://schemas.microsoft.com/office/drawing/2014/main" val="4034724924"/>
                    </a:ext>
                  </a:extLst>
                </a:gridCol>
                <a:gridCol w="1055077">
                  <a:extLst>
                    <a:ext uri="{9D8B030D-6E8A-4147-A177-3AD203B41FA5}">
                      <a16:colId xmlns:a16="http://schemas.microsoft.com/office/drawing/2014/main" val="1012786944"/>
                    </a:ext>
                  </a:extLst>
                </a:gridCol>
                <a:gridCol w="1235947">
                  <a:extLst>
                    <a:ext uri="{9D8B030D-6E8A-4147-A177-3AD203B41FA5}">
                      <a16:colId xmlns:a16="http://schemas.microsoft.com/office/drawing/2014/main" val="4045283577"/>
                    </a:ext>
                  </a:extLst>
                </a:gridCol>
                <a:gridCol w="1252483">
                  <a:extLst>
                    <a:ext uri="{9D8B030D-6E8A-4147-A177-3AD203B41FA5}">
                      <a16:colId xmlns:a16="http://schemas.microsoft.com/office/drawing/2014/main" val="1879373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mAP@50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93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Close-range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0.9533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0.8852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0.9534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146678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Mid-range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0.9843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0.9690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0.9889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138546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Long-range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0.9496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0.8479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0.9066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155656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Multi-range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0.9579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0.8810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0.9273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69985918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07A271B-906B-8634-475C-373BD51D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745454"/>
              </p:ext>
            </p:extLst>
          </p:nvPr>
        </p:nvGraphicFramePr>
        <p:xfrm>
          <a:off x="6659396" y="5218569"/>
          <a:ext cx="4762021" cy="12192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242861">
                  <a:extLst>
                    <a:ext uri="{9D8B030D-6E8A-4147-A177-3AD203B41FA5}">
                      <a16:colId xmlns:a16="http://schemas.microsoft.com/office/drawing/2014/main" val="3047883571"/>
                    </a:ext>
                  </a:extLst>
                </a:gridCol>
                <a:gridCol w="1033438">
                  <a:extLst>
                    <a:ext uri="{9D8B030D-6E8A-4147-A177-3AD203B41FA5}">
                      <a16:colId xmlns:a16="http://schemas.microsoft.com/office/drawing/2014/main" val="123573041"/>
                    </a:ext>
                  </a:extLst>
                </a:gridCol>
                <a:gridCol w="1242861">
                  <a:extLst>
                    <a:ext uri="{9D8B030D-6E8A-4147-A177-3AD203B41FA5}">
                      <a16:colId xmlns:a16="http://schemas.microsoft.com/office/drawing/2014/main" val="1608173220"/>
                    </a:ext>
                  </a:extLst>
                </a:gridCol>
                <a:gridCol w="1242861">
                  <a:extLst>
                    <a:ext uri="{9D8B030D-6E8A-4147-A177-3AD203B41FA5}">
                      <a16:colId xmlns:a16="http://schemas.microsoft.com/office/drawing/2014/main" val="3185312730"/>
                    </a:ext>
                  </a:extLst>
                </a:gridCol>
              </a:tblGrid>
              <a:tr h="2826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mAP@50</a:t>
                      </a:r>
                    </a:p>
                  </a:txBody>
                  <a:tcPr marL="60960" marR="6096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79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Bright / Clear sky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0.9664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0.8943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0.9486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5221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Night / Low-light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0.9695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0.8840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0.9600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151931087"/>
                  </a:ext>
                </a:extLst>
              </a:tr>
              <a:tr h="2310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Cluttered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0.9527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0.8425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0.9134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779562299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85F97B9-BCEF-CCF1-1646-D3F4D044E56E}"/>
              </a:ext>
            </a:extLst>
          </p:cNvPr>
          <p:cNvSpPr txBox="1"/>
          <p:nvPr/>
        </p:nvSpPr>
        <p:spPr>
          <a:xfrm>
            <a:off x="134895" y="5533064"/>
            <a:ext cx="652450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• Key takeaways: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/>
              <a:t>YOLO11-nano performs significantly better in the two hardest conditions :</a:t>
            </a:r>
          </a:p>
          <a:p>
            <a:pPr lvl="1"/>
            <a:r>
              <a:rPr lang="en-US" sz="1200" b="1" dirty="0"/>
              <a:t>Long-range drones:</a:t>
            </a:r>
            <a:r>
              <a:rPr lang="en-US" sz="1200" dirty="0"/>
              <a:t> mAP@50 = </a:t>
            </a:r>
            <a:r>
              <a:rPr lang="en-US" sz="1200" b="1" dirty="0"/>
              <a:t>0.9066</a:t>
            </a:r>
            <a:r>
              <a:rPr lang="en-US" sz="1200" dirty="0"/>
              <a:t> (existing model confidence was only 0.70–0.78)</a:t>
            </a:r>
          </a:p>
          <a:p>
            <a:pPr lvl="1"/>
            <a:r>
              <a:rPr lang="en-US" sz="1200" b="1" dirty="0"/>
              <a:t>Cluttered backgrounds:</a:t>
            </a:r>
            <a:r>
              <a:rPr lang="en-US" sz="1200" dirty="0"/>
              <a:t> mAP@50 = </a:t>
            </a:r>
            <a:r>
              <a:rPr lang="en-US" sz="1200" b="1" dirty="0"/>
              <a:t>0.9134</a:t>
            </a:r>
            <a:r>
              <a:rPr lang="en-US" sz="1200" dirty="0"/>
              <a:t> (existing model confidence was only 0.70–0.80)</a:t>
            </a:r>
          </a:p>
        </p:txBody>
      </p:sp>
    </p:spTree>
    <p:extLst>
      <p:ext uri="{BB962C8B-B14F-4D97-AF65-F5344CB8AC3E}">
        <p14:creationId xmlns:p14="http://schemas.microsoft.com/office/powerpoint/2010/main" val="4243342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589</Words>
  <Application>Microsoft Office PowerPoint</Application>
  <PresentationFormat>Widescreen</PresentationFormat>
  <Paragraphs>132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(Body)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Manojit Ghose</dc:creator>
  <cp:lastModifiedBy>Gajendra Gangwar</cp:lastModifiedBy>
  <cp:revision>4</cp:revision>
  <dcterms:created xsi:type="dcterms:W3CDTF">2025-09-08T13:03:57Z</dcterms:created>
  <dcterms:modified xsi:type="dcterms:W3CDTF">2026-04-28T18:23:37Z</dcterms:modified>
</cp:coreProperties>
</file>